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259" r:id="rId5"/>
    <p:sldId id="260" r:id="rId6"/>
    <p:sldId id="262" r:id="rId7"/>
    <p:sldId id="265" r:id="rId8"/>
    <p:sldId id="266" r:id="rId9"/>
    <p:sldId id="272" r:id="rId10"/>
    <p:sldId id="268" r:id="rId11"/>
    <p:sldId id="269" r:id="rId12"/>
    <p:sldId id="270" r:id="rId13"/>
    <p:sldId id="263" r:id="rId14"/>
    <p:sldId id="271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71"/>
    <p:restoredTop sz="94678"/>
  </p:normalViewPr>
  <p:slideViewPr>
    <p:cSldViewPr snapToGrid="0">
      <p:cViewPr varScale="1">
        <p:scale>
          <a:sx n="115" d="100"/>
          <a:sy n="115" d="100"/>
        </p:scale>
        <p:origin x="21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2D7A-990C-0F46-DF9C-EB982804C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508F7-B2B2-E304-ED00-3581FB3F7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07A45-719F-1A53-DE33-8A342A36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F672-CCFC-3A47-960E-65354D600FB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3C257-4CE4-4B34-075E-99E5F964F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D2558-5549-1CB1-5194-23C2FAA3C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6164-4373-964A-AD17-F9ADD649E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20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3C8D-6397-CB22-23A9-B32B2D18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A1BC2-B3A4-ADAB-80D0-B412A2C57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18686-9ABD-5A79-F6B0-63BE7F637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F672-CCFC-3A47-960E-65354D600FB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2EEB6-486E-6FE1-56F9-EC9FB95F5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67D5A-8DE1-5B8B-DCD8-540B71AD9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6164-4373-964A-AD17-F9ADD649E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7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1A30-FBD9-E422-602F-34CF2857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FBC4D-1D3F-5B4D-9761-C01955B9A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070F4-D8F3-6771-F0E0-1EB2CA84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F672-CCFC-3A47-960E-65354D600FB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24830-F49C-CC65-6D67-C4F7371D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26C9F-34D5-16DE-7907-6AE93CC13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6164-4373-964A-AD17-F9ADD649E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13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072B6-9CA9-10ED-0EE7-EF28C22A3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53211-8477-B828-6F39-71A0E5703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EFF3A-AB74-719E-D11F-6A37E91D7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DBAA-C69A-02D3-D17B-571892FF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F672-CCFC-3A47-960E-65354D600FB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9B6C6-8E78-7C4C-DBFD-80EF3C8C7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26148-ECA7-E9A2-83BC-6938FC99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6164-4373-964A-AD17-F9ADD649E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7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3BD37-6088-3DAB-43A8-CAAF1AC93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4EEC5-7D79-3488-0598-8673F314B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4ED58D-BC68-9582-A0FC-66E6A9F4D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60D31-E634-1731-FD85-3BFF6F08C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40D2BE-2FF5-A940-C783-FBA80D49A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7272E-2C60-F458-F79E-F3A67258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F672-CCFC-3A47-960E-65354D600FB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B029F0-1DEE-50A4-8A7C-6C4B4538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C2C063-549C-651B-14B9-12CE9E58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6164-4373-964A-AD17-F9ADD649E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2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5E800-F6FE-1FC3-EC0C-07A0EF8C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EF8F8-91A2-68BC-6020-D234EB776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F672-CCFC-3A47-960E-65354D600FB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EB080-732F-5F4E-7F38-B11E650A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53C1E-89A7-1853-A3FF-5B081F5A9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6164-4373-964A-AD17-F9ADD649E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5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1FFCA-B58E-A0EA-DDC7-A6CFDD494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F672-CCFC-3A47-960E-65354D600FB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F15DCA-A625-951A-AFAB-BA30AE6B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FD344-250B-2EA2-8FFC-EB74F070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6164-4373-964A-AD17-F9ADD649E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59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0B6D6-D520-63AC-3709-41B3441D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FE62F-C786-C7B8-F877-69DA527E5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398DC-476A-23D0-1F96-3A8B7AAEA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05224-1B88-7B8E-0CB7-E7731925E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F672-CCFC-3A47-960E-65354D600FB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0F60-E9DE-068D-22EA-8DE3A2A3C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ACAAE-8F35-8273-03CF-4BB3C191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6164-4373-964A-AD17-F9ADD649E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70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A79F-6378-1BD2-C77C-8FBD82DA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018F71-92E7-1E95-723D-A3E4CD304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A249D-F6DF-50D7-7B0B-62407F0E1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36036-D615-EA1F-9DA5-C6547CAC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F672-CCFC-3A47-960E-65354D600FB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83E4C-B94D-5A2B-C4B3-72880A1B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649EB-42BC-737E-02A1-2336BFCDC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6164-4373-964A-AD17-F9ADD649E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9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A219-5D25-91DE-584F-2BB6EC18F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1AEA2-26F7-DA17-5B69-4AB9FE1E4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D05C6-01DB-F914-A47E-D3E90CAB4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F672-CCFC-3A47-960E-65354D600FB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53629-A4F4-5DC9-5814-96DD024EB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01EFF-A977-CF5D-B26B-582B3C1E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6164-4373-964A-AD17-F9ADD649E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24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466754-E2D0-01BE-13AA-31C12E546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33494-C782-1EE7-FBEE-FF2379854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C097F-A81A-78CA-3BA8-CAB9FDFE3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F672-CCFC-3A47-960E-65354D600FB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CF973-76D9-C323-FADD-1556FA8E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C0D04-6C4B-5A61-B70F-65739A681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6164-4373-964A-AD17-F9ADD649E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9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D4613F-6986-75D8-353E-1DDDA6721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019C6-35BC-34E8-F59F-CA415E9C7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39A9D-F84C-9F65-2989-5752BF2F9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FF672-CCFC-3A47-960E-65354D600FB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E7E39-E29A-2DFF-25E9-0DAB54475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4A86-D5F5-1244-B3C9-474FF58FE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C6164-4373-964A-AD17-F9ADD649E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7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62CECE-FA4E-0E43-4956-6D77A4028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11" b="5780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91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639CF61-828D-5A78-68E2-35ADDEB03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617" y="740622"/>
            <a:ext cx="10142765" cy="537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66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33A9F17-E4A7-241D-A07C-F6BC032BB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1" y="607894"/>
            <a:ext cx="10628375" cy="563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26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6FB08-F371-B340-9792-CDD1E6F21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31" y="572464"/>
            <a:ext cx="10232935" cy="570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7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6596BE-0493-8C63-AB3E-E790DF8F9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829" y="680747"/>
            <a:ext cx="9856342" cy="549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13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13046-D8EF-D1D8-2765-633664DDC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92" y="850126"/>
            <a:ext cx="10630816" cy="51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47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8EF9A-43C1-B98C-5D59-43859B335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85" y="657843"/>
            <a:ext cx="10265230" cy="554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22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ABFB78-8164-D86D-7027-ADDDDF4CB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10" y="628181"/>
            <a:ext cx="10627180" cy="5601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747D65-7B7E-CD3C-B772-E5EF0EEC6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02" y="593545"/>
            <a:ext cx="4368800" cy="48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5123C8-F92D-F68A-4822-F7C8CAAF6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262" y="5403026"/>
            <a:ext cx="4323883" cy="6026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18A7E0-0FA3-5FC1-5933-A780C8AC73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527" y="5860066"/>
            <a:ext cx="4433455" cy="48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96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4D07EE-4310-FF1A-47D4-EEA79265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A8344AD-B065-6714-FF92-CE685512A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A425E95-713E-4BC0-3517-905AC398F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23A495-4055-E491-DD42-59D65F44C4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0FD12C-DC04-DB23-6191-46B4B13BE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88B58B5-BB5D-ACB5-ABC9-73DD67BA3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390253-851E-6A58-1008-52AEDC794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27" y="565819"/>
            <a:ext cx="10711544" cy="57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5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8803F8-7185-3BA2-2A05-E01426EEBF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62" b="3629"/>
          <a:stretch>
            <a:fillRect/>
          </a:stretch>
        </p:blipFill>
        <p:spPr>
          <a:xfrm>
            <a:off x="821204" y="70525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598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C07402-EC44-A110-6888-84352A4CFA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19" b="-1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591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D38EB-9C72-4C00-F49E-C2E1B256E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77" y="622596"/>
            <a:ext cx="10368644" cy="56053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C4ECBA-CE6B-684B-AF66-970AC64BB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480" y="3585441"/>
            <a:ext cx="3432955" cy="22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9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59C957-F038-4C4F-1855-1BC20ED8C2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" b="8541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446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ADD6DE-8562-C62E-9BE5-C12628DB7D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048"/>
          <a:stretch>
            <a:fillRect/>
          </a:stretch>
        </p:blipFill>
        <p:spPr>
          <a:xfrm>
            <a:off x="821204" y="70525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6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05DB60-B6C9-C1A0-2A15-B2C6B10021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191"/>
          <a:stretch>
            <a:fillRect/>
          </a:stretch>
        </p:blipFill>
        <p:spPr>
          <a:xfrm>
            <a:off x="781812" y="708998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465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0</Words>
  <Application>Microsoft Macintosh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Karpuram, Pranay Sinha</dc:creator>
  <cp:lastModifiedBy>Rayaprolu, Adhvik</cp:lastModifiedBy>
  <cp:revision>11</cp:revision>
  <dcterms:created xsi:type="dcterms:W3CDTF">2026-04-14T21:28:05Z</dcterms:created>
  <dcterms:modified xsi:type="dcterms:W3CDTF">2026-04-15T02:45:23Z</dcterms:modified>
</cp:coreProperties>
</file>